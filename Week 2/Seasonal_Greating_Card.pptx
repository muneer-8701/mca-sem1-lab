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DD111-7A84-4E96-B065-86DD5908801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8317-002B-4D1D-B8C5-B09112149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20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47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18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42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07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6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01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6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19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55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17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26989-1DFC-4A35-B57A-9D268678F9F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D1BDE-1F76-47BA-B99A-EADD61D98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045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4A6EA1-A5F8-C53F-4ABF-07CE1792D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680"/>
            <a:ext cx="12192000" cy="6831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6B5112-87E5-3A9E-0D7E-A0D66774DD2B}"/>
              </a:ext>
            </a:extLst>
          </p:cNvPr>
          <p:cNvSpPr txBox="1"/>
          <p:nvPr/>
        </p:nvSpPr>
        <p:spPr>
          <a:xfrm>
            <a:off x="295419" y="211016"/>
            <a:ext cx="4473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Rainy Season</a:t>
            </a:r>
            <a:endParaRPr lang="en-IN" sz="6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94E56-DFA3-B7D6-985A-ADFA1EA3C08C}"/>
              </a:ext>
            </a:extLst>
          </p:cNvPr>
          <p:cNvSpPr txBox="1"/>
          <p:nvPr/>
        </p:nvSpPr>
        <p:spPr>
          <a:xfrm>
            <a:off x="380704" y="4448180"/>
            <a:ext cx="43029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 little rain can wash away worries and bring fresh ideas. A rainy day is a perfect excuse to share smiles and laughter with friends.</a:t>
            </a:r>
            <a:b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endParaRPr lang="en-IN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FB178-7802-861B-C18F-37BA20D5B918}"/>
              </a:ext>
            </a:extLst>
          </p:cNvPr>
          <p:cNvSpPr txBox="1"/>
          <p:nvPr/>
        </p:nvSpPr>
        <p:spPr>
          <a:xfrm>
            <a:off x="5416062" y="319336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32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30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CSD</cp:lastModifiedBy>
  <cp:revision>5</cp:revision>
  <dcterms:created xsi:type="dcterms:W3CDTF">2026-08-20T09:27:12Z</dcterms:created>
  <dcterms:modified xsi:type="dcterms:W3CDTF">2026-08-20T09:49:53Z</dcterms:modified>
</cp:coreProperties>
</file>