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8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4" d="100"/>
          <a:sy n="64" d="100"/>
        </p:scale>
        <p:origin x="20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D8050-F65E-472F-923F-FC2CD8DC01B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7CB2F-B1AB-4333-AE7D-39001E5888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36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7CB2F-B1AB-4333-AE7D-39001E5888F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694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485" y="860917"/>
            <a:ext cx="5632880" cy="4642418"/>
          </a:xfrm>
        </p:spPr>
        <p:txBody>
          <a:bodyPr anchor="b">
            <a:normAutofit/>
          </a:bodyPr>
          <a:lstStyle>
            <a:lvl1pPr algn="ctr">
              <a:defRPr sz="3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4485" y="5613400"/>
            <a:ext cx="5632880" cy="3205378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17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840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485" y="4724342"/>
            <a:ext cx="5632880" cy="2633663"/>
          </a:xfrm>
        </p:spPr>
        <p:txBody>
          <a:bodyPr anchor="b">
            <a:normAutofit/>
          </a:bodyPr>
          <a:lstStyle>
            <a:lvl1pPr algn="r">
              <a:defRPr sz="21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485" y="7372170"/>
            <a:ext cx="5632880" cy="1441917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939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3761" y="2976853"/>
            <a:ext cx="2763805" cy="5823034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0436" y="2976853"/>
            <a:ext cx="2766929" cy="582303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9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9730" y="2976853"/>
            <a:ext cx="2547835" cy="1059639"/>
          </a:xfrm>
        </p:spPr>
        <p:txBody>
          <a:bodyPr anchor="b">
            <a:noAutofit/>
          </a:bodyPr>
          <a:lstStyle>
            <a:lvl1pPr marL="0" indent="0">
              <a:buNone/>
              <a:defRPr sz="165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761" y="4024262"/>
            <a:ext cx="2763805" cy="4789825"/>
          </a:xfrm>
        </p:spPr>
        <p:txBody>
          <a:bodyPr anchor="t">
            <a:normAutofit/>
          </a:bodyPr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82612" y="2976853"/>
            <a:ext cx="2564753" cy="1047409"/>
          </a:xfrm>
        </p:spPr>
        <p:txBody>
          <a:bodyPr anchor="b">
            <a:noAutofit/>
          </a:bodyPr>
          <a:lstStyle>
            <a:lvl1pPr marL="0" indent="0">
              <a:buNone/>
              <a:defRPr sz="165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74" y="4024262"/>
            <a:ext cx="2776140" cy="4789825"/>
          </a:xfrm>
        </p:spPr>
        <p:txBody>
          <a:bodyPr anchor="t">
            <a:normAutofit/>
          </a:bodyPr>
          <a:lstStyle>
            <a:lvl1pPr>
              <a:defRPr sz="1200"/>
            </a:lvl1pPr>
            <a:lvl2pP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76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1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75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90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761" y="2534896"/>
            <a:ext cx="2047142" cy="1981200"/>
          </a:xfrm>
        </p:spPr>
        <p:txBody>
          <a:bodyPr anchor="b">
            <a:normAutofit/>
          </a:bodyPr>
          <a:lstStyle>
            <a:lvl1pPr algn="l">
              <a:defRPr sz="165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1642" y="860916"/>
            <a:ext cx="3375723" cy="7953170"/>
          </a:xfrm>
        </p:spPr>
        <p:txBody>
          <a:bodyPr anchor="ctr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825"/>
            </a:lvl5pPr>
            <a:lvl6pPr>
              <a:defRPr sz="825"/>
            </a:lvl6pPr>
            <a:lvl7pPr>
              <a:defRPr sz="825"/>
            </a:lvl7pPr>
            <a:lvl8pPr>
              <a:defRPr sz="825"/>
            </a:lvl8pPr>
            <a:lvl9pPr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3761" y="4516096"/>
            <a:ext cx="2047142" cy="264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85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761" y="2741944"/>
            <a:ext cx="3317852" cy="19812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6581" y="-26416"/>
            <a:ext cx="1875047" cy="997204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989" y="4723144"/>
            <a:ext cx="3317852" cy="264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92737" y="8928609"/>
            <a:ext cx="538877" cy="527403"/>
          </a:xfrm>
        </p:spPr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3761" y="8928609"/>
            <a:ext cx="2778975" cy="527403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018196" y="8928608"/>
            <a:ext cx="228890" cy="475583"/>
          </a:xfrm>
        </p:spPr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55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258" y="6323034"/>
            <a:ext cx="5559755" cy="1310841"/>
          </a:xfrm>
        </p:spPr>
        <p:txBody>
          <a:bodyPr anchor="b">
            <a:normAutofit/>
          </a:bodyPr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259" y="1438938"/>
            <a:ext cx="5476070" cy="43060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258" y="7633875"/>
            <a:ext cx="5559755" cy="1180212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8258" y="8928609"/>
            <a:ext cx="4002959" cy="527403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86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760" y="860915"/>
            <a:ext cx="5633606" cy="4532352"/>
          </a:xfrm>
        </p:spPr>
        <p:txBody>
          <a:bodyPr anchor="ctr">
            <a:normAutofit/>
          </a:bodyPr>
          <a:lstStyle>
            <a:lvl1pPr algn="l">
              <a:defRPr sz="21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760" y="6273800"/>
            <a:ext cx="5633606" cy="2540287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163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37864" y="1242621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16617" y="4313000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07" y="860916"/>
            <a:ext cx="5230586" cy="4397003"/>
          </a:xfrm>
        </p:spPr>
        <p:txBody>
          <a:bodyPr anchor="ctr">
            <a:normAutofit/>
          </a:bodyPr>
          <a:lstStyle>
            <a:lvl1pPr algn="l">
              <a:defRPr sz="21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42327" y="5273098"/>
            <a:ext cx="4973346" cy="550333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0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761" y="6703964"/>
            <a:ext cx="5633605" cy="2091267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687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760" y="5205151"/>
            <a:ext cx="5634254" cy="2121600"/>
          </a:xfrm>
        </p:spPr>
        <p:txBody>
          <a:bodyPr anchor="b">
            <a:normAutofit/>
          </a:bodyPr>
          <a:lstStyle>
            <a:lvl1pPr algn="l">
              <a:defRPr sz="21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5762" y="7326751"/>
            <a:ext cx="5634254" cy="14873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915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37864" y="1088896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5668" y="4159275"/>
            <a:ext cx="342989" cy="8446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3707" y="860916"/>
            <a:ext cx="5230586" cy="4108533"/>
          </a:xfrm>
        </p:spPr>
        <p:txBody>
          <a:bodyPr anchor="ctr">
            <a:normAutofit/>
          </a:bodyPr>
          <a:lstStyle>
            <a:lvl1pPr algn="l">
              <a:defRPr sz="21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3760" y="5613400"/>
            <a:ext cx="5634254" cy="152195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5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760" y="7135356"/>
            <a:ext cx="5634254" cy="1678730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7884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760" y="860916"/>
            <a:ext cx="5633605" cy="398202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1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3760" y="5319804"/>
            <a:ext cx="5633605" cy="151563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760" y="6835435"/>
            <a:ext cx="5633604" cy="1978652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994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13761" y="860915"/>
            <a:ext cx="5633605" cy="18958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909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13781" y="860915"/>
            <a:ext cx="1333584" cy="7953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3761" y="860915"/>
            <a:ext cx="4218103" cy="795317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22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3761" y="860915"/>
            <a:ext cx="5633605" cy="18958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761" y="2976853"/>
            <a:ext cx="5633604" cy="58372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13781" y="8924154"/>
            <a:ext cx="965598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02F65C1-3B21-49E1-9AF9-67AC84A703AA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3761" y="8924154"/>
            <a:ext cx="4218103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37902" y="8924154"/>
            <a:ext cx="31011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E279F01-9E3E-45DF-A9DE-6FF21E1245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15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1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3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3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3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3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30000"/>
        <a:buFont typeface="Arial"/>
        <a:buChar char="•"/>
        <a:defRPr sz="825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30000"/>
        <a:buFont typeface="Arial"/>
        <a:buChar char="•"/>
        <a:defRPr sz="825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30000"/>
        <a:buFont typeface="Arial"/>
        <a:buChar char="•"/>
        <a:defRPr sz="825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825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7998A1-57A6-78AC-C8B2-287FC0EA2232}"/>
              </a:ext>
            </a:extLst>
          </p:cNvPr>
          <p:cNvSpPr/>
          <p:nvPr/>
        </p:nvSpPr>
        <p:spPr>
          <a:xfrm>
            <a:off x="1063034" y="0"/>
            <a:ext cx="473193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AMU MAGAZINE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DEB5EF-F1B5-04DC-D3E1-AEF4AA67E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6" b="12927"/>
          <a:stretch>
            <a:fillRect/>
          </a:stretch>
        </p:blipFill>
        <p:spPr>
          <a:xfrm>
            <a:off x="858187" y="850533"/>
            <a:ext cx="5141626" cy="33531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8CFBB3-1EBD-DCC2-96E1-F0E7DF4EF52F}"/>
              </a:ext>
            </a:extLst>
          </p:cNvPr>
          <p:cNvSpPr txBox="1"/>
          <p:nvPr/>
        </p:nvSpPr>
        <p:spPr>
          <a:xfrm>
            <a:off x="768246" y="4162456"/>
            <a:ext cx="4076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MAULANA AZAD LIBRARY</a:t>
            </a:r>
            <a:endParaRPr lang="en-IN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0A1FE2-9726-C0D8-B579-15B6471108BB}"/>
              </a:ext>
            </a:extLst>
          </p:cNvPr>
          <p:cNvSpPr txBox="1"/>
          <p:nvPr/>
        </p:nvSpPr>
        <p:spPr>
          <a:xfrm>
            <a:off x="768246" y="4414739"/>
            <a:ext cx="3615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Symbol of Knowledge &amp;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9EC95B-2065-7F31-B285-78A855A0D73C}"/>
              </a:ext>
            </a:extLst>
          </p:cNvPr>
          <p:cNvSpPr txBox="1"/>
          <p:nvPr/>
        </p:nvSpPr>
        <p:spPr>
          <a:xfrm>
            <a:off x="2968052" y="4497049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35380A-C733-5EBE-FEC5-222DA1F2B75E}"/>
              </a:ext>
            </a:extLst>
          </p:cNvPr>
          <p:cNvSpPr txBox="1"/>
          <p:nvPr/>
        </p:nvSpPr>
        <p:spPr>
          <a:xfrm>
            <a:off x="858187" y="5702295"/>
            <a:ext cx="47806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>
                    <a:lumMod val="75000"/>
                  </a:schemeClr>
                </a:solidFill>
              </a:rPr>
              <a:t>Peacheful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Study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A Hub of Knowledge or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>
                    <a:lumMod val="75000"/>
                  </a:schemeClr>
                </a:solidFill>
              </a:rPr>
              <a:t>Reasearch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 &amp; Learning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>
                    <a:lumMod val="75000"/>
                  </a:schemeClr>
                </a:solidFill>
              </a:rPr>
              <a:t>Histroric</a:t>
            </a:r>
            <a:r>
              <a:rPr lang="en-IN" dirty="0">
                <a:solidFill>
                  <a:schemeClr val="tx1">
                    <a:lumMod val="75000"/>
                  </a:schemeClr>
                </a:solidFill>
              </a:rPr>
              <a:t> Legacy of AMU</a:t>
            </a:r>
            <a:endParaRPr 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48D9D4-0EB9-B454-D3A0-A1981CEFEE04}"/>
              </a:ext>
            </a:extLst>
          </p:cNvPr>
          <p:cNvSpPr txBox="1"/>
          <p:nvPr/>
        </p:nvSpPr>
        <p:spPr>
          <a:xfrm>
            <a:off x="870062" y="5238172"/>
            <a:ext cx="1993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FEATURES</a:t>
            </a:r>
            <a:endParaRPr lang="en-IN" sz="20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6896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36</TotalTime>
  <Words>31</Words>
  <Application>Microsoft Office PowerPoint</Application>
  <PresentationFormat>A4 Paper (210x297 mm)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Times New Roman</vt:lpstr>
      <vt:lpstr>Mesh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CSD</dc:creator>
  <cp:lastModifiedBy>CSD</cp:lastModifiedBy>
  <cp:revision>1</cp:revision>
  <dcterms:created xsi:type="dcterms:W3CDTF">2026-08-20T09:52:57Z</dcterms:created>
  <dcterms:modified xsi:type="dcterms:W3CDTF">2026-08-20T10:29:39Z</dcterms:modified>
</cp:coreProperties>
</file>