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238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6068" y="4457216"/>
            <a:ext cx="6180081" cy="477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4" y="1430866"/>
            <a:ext cx="5992314" cy="2173664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4" y="3604531"/>
            <a:ext cx="5992314" cy="852686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860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6070" y="866270"/>
            <a:ext cx="6179030" cy="181830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4" y="3218227"/>
            <a:ext cx="5992314" cy="52444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97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9485" y="7427295"/>
            <a:ext cx="6179030" cy="181830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386161"/>
            <a:ext cx="5992313" cy="2173664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6559824"/>
            <a:ext cx="5992313" cy="86747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277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6070" y="866270"/>
            <a:ext cx="6179030" cy="181830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5" y="3218226"/>
            <a:ext cx="2924645" cy="524773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7461" y="3218227"/>
            <a:ext cx="2930747" cy="524773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73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336070" y="866270"/>
            <a:ext cx="6179030" cy="181830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4" y="3218227"/>
            <a:ext cx="2695125" cy="832378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5" y="4226519"/>
            <a:ext cx="2924645" cy="423944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26982" y="3218227"/>
            <a:ext cx="2701226" cy="832378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7461" y="4226519"/>
            <a:ext cx="2930747" cy="423944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73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336070" y="866270"/>
            <a:ext cx="6179030" cy="181830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0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9485" y="7427294"/>
            <a:ext cx="6179030" cy="18412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014" y="7601094"/>
            <a:ext cx="2652469" cy="995965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799" y="868400"/>
            <a:ext cx="6180300" cy="607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9213" y="7601094"/>
            <a:ext cx="3198995" cy="99596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32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6779339"/>
            <a:ext cx="5992314" cy="818622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070" y="866269"/>
            <a:ext cx="6179030" cy="513825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4" y="7597961"/>
            <a:ext cx="5992314" cy="864747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966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6070" y="866270"/>
            <a:ext cx="6179030" cy="181830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65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972051" y="866270"/>
            <a:ext cx="1543049" cy="840226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1" y="976048"/>
            <a:ext cx="1127342" cy="74866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5894" y="976048"/>
            <a:ext cx="4441657" cy="748666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58941" y="8603308"/>
            <a:ext cx="710754" cy="527403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4" y="8597060"/>
            <a:ext cx="4441657" cy="527403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223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993019"/>
            <a:ext cx="5992314" cy="15648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3218227"/>
            <a:ext cx="5992314" cy="524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69495" y="8603308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E007E0E-A2DC-4550-8D48-7CAEBADFA56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8597060"/>
            <a:ext cx="3652939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50357" y="8603308"/>
            <a:ext cx="57785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709556E8-3235-4BAA-B046-03095E39A7C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36069" y="637469"/>
            <a:ext cx="2039932" cy="15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4482001" y="637469"/>
            <a:ext cx="2033100" cy="15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412451" y="637469"/>
            <a:ext cx="2033100" cy="15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0839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63" userDrawn="1">
          <p15:clr>
            <a:srgbClr val="F26B43"/>
          </p15:clr>
        </p15:guide>
        <p15:guide id="2" pos="366" userDrawn="1">
          <p15:clr>
            <a:srgbClr val="F26B43"/>
          </p15:clr>
        </p15:guide>
        <p15:guide id="3" orient="horz" pos="5477" userDrawn="1">
          <p15:clr>
            <a:srgbClr val="F26B43"/>
          </p15:clr>
        </p15:guide>
        <p15:guide id="4" pos="49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76C93-5544-E00E-7F1B-245286F4CB35}"/>
              </a:ext>
            </a:extLst>
          </p:cNvPr>
          <p:cNvSpPr/>
          <p:nvPr/>
        </p:nvSpPr>
        <p:spPr>
          <a:xfrm>
            <a:off x="1129332" y="754222"/>
            <a:ext cx="45993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IT FEST 2026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2772585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6</TotalTime>
  <Words>3</Words>
  <Application>Microsoft Office PowerPoint</Application>
  <PresentationFormat>A4 Paper (210x297 mm)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Gill Sans MT</vt:lpstr>
      <vt:lpstr>Wingdings 2</vt:lpstr>
      <vt:lpstr>Dividend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CSD</dc:creator>
  <cp:lastModifiedBy>CSD</cp:lastModifiedBy>
  <cp:revision>2</cp:revision>
  <dcterms:created xsi:type="dcterms:W3CDTF">2026-08-20T10:38:14Z</dcterms:created>
  <dcterms:modified xsi:type="dcterms:W3CDTF">2026-08-20T10:44:19Z</dcterms:modified>
</cp:coreProperties>
</file>